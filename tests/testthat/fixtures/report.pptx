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Quarterly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Revenue grew </a:t>
            </a:r>
            <a:r>
              <a:rPr b="1"/>
              <a:t>12 percent</a:t>
            </a:r>
            <a:r>
              <a:rPr/>
              <a:t> this quarter.</a:t>
            </a:r>
          </a:p>
          <a:p>
            <a:pPr lvl="0"/>
            <a:r>
              <a:rPr/>
              <a:t>Widgets</a:t>
            </a:r>
          </a:p>
          <a:p>
            <a:pPr lvl="0"/>
            <a:r>
              <a:rPr/>
              <a:t>Gadgets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2026-08-28T14:12:22Z</dcterms:created>
  <dcterms:modified xsi:type="dcterms:W3CDTF">2026-08-28T14:12:22Z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